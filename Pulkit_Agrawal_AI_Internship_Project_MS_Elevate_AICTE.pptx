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3FE197-83D2-438E-A246-4C7F9622A55A}" v="6" dt="2026-02-20T13:40:26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>
      <p:cViewPr varScale="1">
        <p:scale>
          <a:sx n="82" d="100"/>
          <a:sy n="82" d="100"/>
        </p:scale>
        <p:origin x="691" y="77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lkit Agrawal" userId="16d6696d45f80dbe" providerId="LiveId" clId="{C6410DE8-9941-44CC-9B9D-9BC132FB9787}"/>
    <pc:docChg chg="custSel modSld">
      <pc:chgData name="Pulkit Agrawal" userId="16d6696d45f80dbe" providerId="LiveId" clId="{C6410DE8-9941-44CC-9B9D-9BC132FB9787}" dt="2026-02-20T13:40:50.476" v="201" actId="14100"/>
      <pc:docMkLst>
        <pc:docMk/>
      </pc:docMkLst>
      <pc:sldChg chg="modSp mod">
        <pc:chgData name="Pulkit Agrawal" userId="16d6696d45f80dbe" providerId="LiveId" clId="{C6410DE8-9941-44CC-9B9D-9BC132FB9787}" dt="2026-02-20T13:39:08.289" v="119" actId="20577"/>
        <pc:sldMkLst>
          <pc:docMk/>
          <pc:sldMk cId="2310333463" sldId="256"/>
        </pc:sldMkLst>
        <pc:spChg chg="mod">
          <ac:chgData name="Pulkit Agrawal" userId="16d6696d45f80dbe" providerId="LiveId" clId="{C6410DE8-9941-44CC-9B9D-9BC132FB9787}" dt="2026-02-20T13:39:08.289" v="119" actId="20577"/>
          <ac:spMkLst>
            <pc:docMk/>
            <pc:sldMk cId="2310333463" sldId="256"/>
            <ac:spMk id="5" creationId="{3A663A0C-3931-F8E6-391C-2FF1FDBB09CD}"/>
          </ac:spMkLst>
        </pc:spChg>
      </pc:sldChg>
      <pc:sldChg chg="addSp modSp mod">
        <pc:chgData name="Pulkit Agrawal" userId="16d6696d45f80dbe" providerId="LiveId" clId="{C6410DE8-9941-44CC-9B9D-9BC132FB9787}" dt="2026-02-20T13:19:14.001" v="28"/>
        <pc:sldMkLst>
          <pc:docMk/>
          <pc:sldMk cId="3372914246" sldId="572"/>
        </pc:sldMkLst>
        <pc:spChg chg="add mod">
          <ac:chgData name="Pulkit Agrawal" userId="16d6696d45f80dbe" providerId="LiveId" clId="{C6410DE8-9941-44CC-9B9D-9BC132FB9787}" dt="2026-02-20T13:19:14.001" v="28"/>
          <ac:spMkLst>
            <pc:docMk/>
            <pc:sldMk cId="3372914246" sldId="572"/>
            <ac:spMk id="4" creationId="{3EFFB2C7-E5C6-C67F-EFB8-498E782E17DB}"/>
          </ac:spMkLst>
        </pc:spChg>
      </pc:sldChg>
      <pc:sldChg chg="addSp modSp mod">
        <pc:chgData name="Pulkit Agrawal" userId="16d6696d45f80dbe" providerId="LiveId" clId="{C6410DE8-9941-44CC-9B9D-9BC132FB9787}" dt="2026-02-20T13:19:27.576" v="34" actId="404"/>
        <pc:sldMkLst>
          <pc:docMk/>
          <pc:sldMk cId="204139634" sldId="573"/>
        </pc:sldMkLst>
        <pc:spChg chg="add mod">
          <ac:chgData name="Pulkit Agrawal" userId="16d6696d45f80dbe" providerId="LiveId" clId="{C6410DE8-9941-44CC-9B9D-9BC132FB9787}" dt="2026-02-20T13:19:27.576" v="34" actId="404"/>
          <ac:spMkLst>
            <pc:docMk/>
            <pc:sldMk cId="204139634" sldId="573"/>
            <ac:spMk id="5" creationId="{ED842846-1C61-70FE-F275-72F5B7323F5F}"/>
          </ac:spMkLst>
        </pc:spChg>
      </pc:sldChg>
      <pc:sldChg chg="addSp modSp mod">
        <pc:chgData name="Pulkit Agrawal" userId="16d6696d45f80dbe" providerId="LiveId" clId="{C6410DE8-9941-44CC-9B9D-9BC132FB9787}" dt="2026-02-20T13:19:44.932" v="42" actId="403"/>
        <pc:sldMkLst>
          <pc:docMk/>
          <pc:sldMk cId="3501125123" sldId="574"/>
        </pc:sldMkLst>
        <pc:spChg chg="add mod">
          <ac:chgData name="Pulkit Agrawal" userId="16d6696d45f80dbe" providerId="LiveId" clId="{C6410DE8-9941-44CC-9B9D-9BC132FB9787}" dt="2026-02-20T13:19:44.932" v="42" actId="403"/>
          <ac:spMkLst>
            <pc:docMk/>
            <pc:sldMk cId="3501125123" sldId="574"/>
            <ac:spMk id="5" creationId="{02552680-843A-3122-60BA-331F61214B6D}"/>
          </ac:spMkLst>
        </pc:spChg>
      </pc:sldChg>
      <pc:sldChg chg="addSp modSp mod">
        <pc:chgData name="Pulkit Agrawal" userId="16d6696d45f80dbe" providerId="LiveId" clId="{C6410DE8-9941-44CC-9B9D-9BC132FB9787}" dt="2026-02-20T13:19:56.794" v="49" actId="1076"/>
        <pc:sldMkLst>
          <pc:docMk/>
          <pc:sldMk cId="1199084396" sldId="575"/>
        </pc:sldMkLst>
        <pc:spChg chg="add mod">
          <ac:chgData name="Pulkit Agrawal" userId="16d6696d45f80dbe" providerId="LiveId" clId="{C6410DE8-9941-44CC-9B9D-9BC132FB9787}" dt="2026-02-20T13:19:56.794" v="49" actId="1076"/>
          <ac:spMkLst>
            <pc:docMk/>
            <pc:sldMk cId="1199084396" sldId="575"/>
            <ac:spMk id="5" creationId="{D80B3271-FB68-83F0-E3B3-EFEF76199F7E}"/>
          </ac:spMkLst>
        </pc:spChg>
      </pc:sldChg>
      <pc:sldChg chg="addSp modSp mod">
        <pc:chgData name="Pulkit Agrawal" userId="16d6696d45f80dbe" providerId="LiveId" clId="{C6410DE8-9941-44CC-9B9D-9BC132FB9787}" dt="2026-02-20T13:40:50.476" v="201" actId="14100"/>
        <pc:sldMkLst>
          <pc:docMk/>
          <pc:sldMk cId="2245309600" sldId="577"/>
        </pc:sldMkLst>
        <pc:spChg chg="mod">
          <ac:chgData name="Pulkit Agrawal" userId="16d6696d45f80dbe" providerId="LiveId" clId="{C6410DE8-9941-44CC-9B9D-9BC132FB9787}" dt="2026-02-20T13:40:50.476" v="201" actId="14100"/>
          <ac:spMkLst>
            <pc:docMk/>
            <pc:sldMk cId="2245309600" sldId="577"/>
            <ac:spMk id="3" creationId="{21789DDB-698E-B624-5621-F9D79482FFED}"/>
          </ac:spMkLst>
        </pc:spChg>
        <pc:spChg chg="add mod">
          <ac:chgData name="Pulkit Agrawal" userId="16d6696d45f80dbe" providerId="LiveId" clId="{C6410DE8-9941-44CC-9B9D-9BC132FB9787}" dt="2026-02-20T13:20:15.211" v="56" actId="14100"/>
          <ac:spMkLst>
            <pc:docMk/>
            <pc:sldMk cId="2245309600" sldId="577"/>
            <ac:spMk id="5" creationId="{CB11D2A4-9793-F25A-7189-4756A85FEE24}"/>
          </ac:spMkLst>
        </pc:spChg>
      </pc:sldChg>
      <pc:sldChg chg="addSp modSp mod">
        <pc:chgData name="Pulkit Agrawal" userId="16d6696d45f80dbe" providerId="LiveId" clId="{C6410DE8-9941-44CC-9B9D-9BC132FB9787}" dt="2026-02-20T13:20:25.766" v="65" actId="403"/>
        <pc:sldMkLst>
          <pc:docMk/>
          <pc:sldMk cId="3744199677" sldId="579"/>
        </pc:sldMkLst>
        <pc:spChg chg="add mod">
          <ac:chgData name="Pulkit Agrawal" userId="16d6696d45f80dbe" providerId="LiveId" clId="{C6410DE8-9941-44CC-9B9D-9BC132FB9787}" dt="2026-02-20T13:20:25.766" v="65" actId="403"/>
          <ac:spMkLst>
            <pc:docMk/>
            <pc:sldMk cId="3744199677" sldId="579"/>
            <ac:spMk id="5" creationId="{4EDE2082-9EF5-B39B-C611-D34B5C3D132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6" Type="http://schemas.openxmlformats.org/officeDocument/2006/relationships/hyperlink" Target="https://github.com/pulkitagrawal358/AI-student-performance-predictor" TargetMode="External"/><Relationship Id="rId5" Type="http://schemas.openxmlformats.org/officeDocument/2006/relationships/hyperlink" Target="mailto:agrawalpulkit358@gmail.com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pulkitagrawal358/AI-student-performance-predictor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091128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sz="5400" dirty="0"/>
              <a:t>AI-Powered Student Performance Prediction System</a:t>
            </a:r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6" y="3739888"/>
            <a:ext cx="4481727" cy="27542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PULKIT AGRAWAL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</a:t>
            </a:r>
            <a:r>
              <a:rPr lang="en-US" sz="1600" cap="all" dirty="0"/>
              <a:t>St. Joseph’s College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</a:t>
            </a:r>
            <a:r>
              <a:rPr lang="it-IT" sz="1600" dirty="0"/>
              <a:t>Computer Science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</a:t>
            </a:r>
            <a:r>
              <a:rPr lang="it-IT" sz="1600" dirty="0">
                <a:hlinkClick r:id="rId5"/>
              </a:rPr>
              <a:t>agrawalpulkit358@gmail.com</a:t>
            </a:r>
            <a:endParaRPr lang="it-IT" sz="1600" dirty="0"/>
          </a:p>
          <a:p>
            <a:pPr algn="l">
              <a:spcAft>
                <a:spcPts val="600"/>
              </a:spcAft>
            </a:pPr>
            <a:r>
              <a:rPr lang="it-IT" sz="1600" b="1" dirty="0"/>
              <a:t>GitHub: </a:t>
            </a:r>
            <a:r>
              <a:rPr lang="it-IT" sz="1600" dirty="0">
                <a:hlinkClick r:id="rId6"/>
              </a:rPr>
              <a:t>Click here</a:t>
            </a:r>
            <a:endParaRPr lang="en-US" sz="1600" b="1" cap="al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1F09F-75B8-95CE-BA2A-78226BB146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93" y="410547"/>
            <a:ext cx="4936829" cy="55921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Problem Statement: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5951668" cy="4251960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Many students struggle to understand how their study habits, attendance, and lifestyle affect their academic performance.</a:t>
            </a:r>
            <a:br>
              <a:rPr lang="en-US" sz="2400" dirty="0"/>
            </a:br>
            <a:r>
              <a:rPr lang="en-US" sz="2400" dirty="0"/>
              <a:t>There is no simple system available that can analyze student data and predict performance to help them improve.</a:t>
            </a:r>
          </a:p>
          <a:p>
            <a:pPr marL="0" indent="0">
              <a:buNone/>
            </a:pPr>
            <a:r>
              <a:rPr lang="en-US" sz="2400" dirty="0"/>
              <a:t>Students often fail to identify weak areas early, which negatively impacts their final results.</a:t>
            </a:r>
            <a:br>
              <a:rPr lang="en-US" sz="2400" dirty="0"/>
            </a:br>
            <a:r>
              <a:rPr lang="en-US" sz="2400" dirty="0"/>
              <a:t>An intelligent system is required that can analyze student data and provide performance prediction so students can take corrective actions and improve outcomes.</a:t>
            </a:r>
          </a:p>
        </p:txBody>
      </p:sp>
      <p:pic>
        <p:nvPicPr>
          <p:cNvPr id="1026" name="Picture 2" descr="510+ College Student Stress Stock ...">
            <a:extLst>
              <a:ext uri="{FF2B5EF4-FFF2-40B4-BE49-F238E27FC236}">
                <a16:creationId xmlns:a16="http://schemas.microsoft.com/office/drawing/2014/main" id="{2D277EFB-8EC7-08A5-D227-F67F79333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187" y="1221242"/>
            <a:ext cx="5860378" cy="4797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FFB2C7-E5C6-C67F-EFB8-498E782E17DB}"/>
              </a:ext>
            </a:extLst>
          </p:cNvPr>
          <p:cNvSpPr txBox="1"/>
          <p:nvPr/>
        </p:nvSpPr>
        <p:spPr>
          <a:xfrm>
            <a:off x="7212563" y="5514392"/>
            <a:ext cx="26125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Source- Google.com</a:t>
            </a:r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0275" y="1481588"/>
            <a:ext cx="6181725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/>
              <a:t>The proposed system uses Machine Learning to analyze student academic data and predict performance.</a:t>
            </a:r>
            <a:br>
              <a:rPr lang="en-US" sz="2000" dirty="0"/>
            </a:br>
            <a:r>
              <a:rPr lang="en-US" sz="2000" dirty="0"/>
              <a:t>The system studies factors like study hours, attendance, and academic patterns to generate predictions.</a:t>
            </a:r>
          </a:p>
          <a:p>
            <a:r>
              <a:rPr lang="en-US" sz="2000" dirty="0"/>
              <a:t>This solution helps students to:</a:t>
            </a:r>
            <a:br>
              <a:rPr lang="en-US" sz="2000" dirty="0"/>
            </a:br>
            <a:r>
              <a:rPr lang="en-US" sz="2000" dirty="0"/>
              <a:t>• Understand their expected performance</a:t>
            </a:r>
            <a:br>
              <a:rPr lang="en-US" sz="2000" dirty="0"/>
            </a:br>
            <a:r>
              <a:rPr lang="en-US" sz="2000" dirty="0"/>
              <a:t>• Identify weak areas</a:t>
            </a:r>
            <a:br>
              <a:rPr lang="en-US" sz="2000" dirty="0"/>
            </a:br>
            <a:r>
              <a:rPr lang="en-US" sz="2000" dirty="0"/>
              <a:t>• Improve study strategies</a:t>
            </a:r>
            <a:br>
              <a:rPr lang="en-US" sz="2000" dirty="0"/>
            </a:br>
            <a:r>
              <a:rPr lang="en-US" sz="2000" dirty="0"/>
              <a:t>• Make better academic decisions</a:t>
            </a:r>
          </a:p>
          <a:p>
            <a:r>
              <a:rPr lang="en-US" sz="2000" dirty="0"/>
              <a:t>The system is simple, efficient, and can be extended to a cloud-based platform so that students can access it from anywhere.</a:t>
            </a:r>
          </a:p>
        </p:txBody>
      </p:sp>
      <p:pic>
        <p:nvPicPr>
          <p:cNvPr id="2050" name="Picture 2" descr="AI analytics dashboard ...">
            <a:extLst>
              <a:ext uri="{FF2B5EF4-FFF2-40B4-BE49-F238E27FC236}">
                <a16:creationId xmlns:a16="http://schemas.microsoft.com/office/drawing/2014/main" id="{D744143B-4C0E-CB70-754C-AC4DE29ED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93" y="1727038"/>
            <a:ext cx="5649314" cy="375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842846-1C61-70FE-F275-72F5B7323F5F}"/>
              </a:ext>
            </a:extLst>
          </p:cNvPr>
          <p:cNvSpPr txBox="1"/>
          <p:nvPr/>
        </p:nvSpPr>
        <p:spPr>
          <a:xfrm>
            <a:off x="76978" y="5539665"/>
            <a:ext cx="62188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Source- Google.com</a:t>
            </a: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09" y="1715586"/>
            <a:ext cx="6251342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IN" sz="2400" dirty="0"/>
              <a:t>• Python Programming</a:t>
            </a:r>
            <a:br>
              <a:rPr lang="en-IN" sz="2400" dirty="0"/>
            </a:br>
            <a:r>
              <a:rPr lang="en-IN" sz="2400" dirty="0"/>
              <a:t>• Google </a:t>
            </a:r>
            <a:r>
              <a:rPr lang="en-IN" sz="2400" dirty="0" err="1"/>
              <a:t>Colab</a:t>
            </a:r>
            <a:r>
              <a:rPr lang="en-IN" sz="2400" dirty="0"/>
              <a:t> Environment</a:t>
            </a:r>
            <a:br>
              <a:rPr lang="en-IN" sz="2400" dirty="0"/>
            </a:br>
            <a:r>
              <a:rPr lang="en-IN" sz="2400" dirty="0"/>
              <a:t>• Machine Learning (Linear Regression)</a:t>
            </a:r>
            <a:br>
              <a:rPr lang="en-IN" sz="2400" dirty="0"/>
            </a:br>
            <a:r>
              <a:rPr lang="en-IN" sz="2400" dirty="0"/>
              <a:t>• Pandas Library for data handling</a:t>
            </a:r>
            <a:br>
              <a:rPr lang="en-IN" sz="2400" dirty="0"/>
            </a:br>
            <a:r>
              <a:rPr lang="en-IN" sz="2400" dirty="0"/>
              <a:t>• Scikit-learn for model building</a:t>
            </a:r>
            <a:br>
              <a:rPr lang="en-IN" sz="2400" dirty="0"/>
            </a:br>
            <a:r>
              <a:rPr lang="en-IN" sz="2400" dirty="0"/>
              <a:t>• Dataset from Kaggle</a:t>
            </a:r>
          </a:p>
          <a:p>
            <a:pPr marL="0" indent="0">
              <a:buNone/>
            </a:pPr>
            <a:r>
              <a:rPr lang="en-IN" sz="2400" dirty="0"/>
              <a:t>The model was developed and tested using Google </a:t>
            </a:r>
            <a:r>
              <a:rPr lang="en-IN" sz="2400" dirty="0" err="1"/>
              <a:t>Colab</a:t>
            </a:r>
            <a:r>
              <a:rPr lang="en-IN" sz="2400" dirty="0"/>
              <a:t>.</a:t>
            </a:r>
            <a:br>
              <a:rPr lang="en-IN" sz="2400" dirty="0"/>
            </a:br>
            <a:r>
              <a:rPr lang="en-IN" sz="2400" dirty="0"/>
              <a:t>Machine Learning techniques were applied to </a:t>
            </a:r>
            <a:r>
              <a:rPr lang="en-IN" sz="2400" dirty="0" err="1"/>
              <a:t>analyze</a:t>
            </a:r>
            <a:r>
              <a:rPr lang="en-IN" sz="2400" dirty="0"/>
              <a:t> student data and generate performance predictions.</a:t>
            </a:r>
          </a:p>
        </p:txBody>
      </p:sp>
      <p:pic>
        <p:nvPicPr>
          <p:cNvPr id="3074" name="Picture 2" descr="Code Python Libraries Python Basics ...">
            <a:extLst>
              <a:ext uri="{FF2B5EF4-FFF2-40B4-BE49-F238E27FC236}">
                <a16:creationId xmlns:a16="http://schemas.microsoft.com/office/drawing/2014/main" id="{23671D0C-89C9-601F-2E40-F1A6CEE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855" y="1377918"/>
            <a:ext cx="4600186" cy="4539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552680-843A-3122-60BA-331F61214B6D}"/>
              </a:ext>
            </a:extLst>
          </p:cNvPr>
          <p:cNvSpPr txBox="1"/>
          <p:nvPr/>
        </p:nvSpPr>
        <p:spPr>
          <a:xfrm>
            <a:off x="7077270" y="5623640"/>
            <a:ext cx="62048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Source- Google.com</a:t>
            </a:r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0923" y="1656170"/>
            <a:ext cx="5794310" cy="4809943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1800" b="1" dirty="0"/>
              <a:t>Algorithm Used:</a:t>
            </a:r>
            <a:r>
              <a:rPr lang="en-US" sz="1800" dirty="0"/>
              <a:t> Linear Regression</a:t>
            </a:r>
          </a:p>
          <a:p>
            <a:pPr marL="0" indent="0">
              <a:buNone/>
            </a:pPr>
            <a:r>
              <a:rPr lang="en-US" sz="1800" dirty="0"/>
              <a:t>The dataset is first loaded and cleaned for processing.</a:t>
            </a:r>
            <a:br>
              <a:rPr lang="en-US" sz="1800" dirty="0"/>
            </a:br>
            <a:r>
              <a:rPr lang="en-US" sz="1800" dirty="0"/>
              <a:t>Important features affecting student performance are selected.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r>
              <a:rPr lang="en-US" sz="1800" dirty="0"/>
              <a:t>The Linear Regression machine learning algorithm is trained using the dataset.</a:t>
            </a:r>
          </a:p>
          <a:p>
            <a:pPr marL="0" indent="0">
              <a:buNone/>
            </a:pPr>
            <a:br>
              <a:rPr lang="en-US" sz="1800" dirty="0"/>
            </a:br>
            <a:r>
              <a:rPr lang="en-US" sz="1800" dirty="0"/>
              <a:t>The trained model then predicts student performance based on patterns found in the data.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Deployment Concept:</a:t>
            </a:r>
            <a:br>
              <a:rPr lang="en-US" sz="1800" dirty="0"/>
            </a:br>
            <a:r>
              <a:rPr lang="en-US" sz="1800" dirty="0"/>
              <a:t>This system can be deployed on Microsoft Azure cloud using Azure Machine Learning services.</a:t>
            </a:r>
            <a:br>
              <a:rPr lang="en-US" sz="1800" dirty="0"/>
            </a:br>
            <a:r>
              <a:rPr lang="en-US" sz="1800" dirty="0"/>
              <a:t>It can be converted into a web-based system so that students can access performance prediction from anywhere.</a:t>
            </a:r>
          </a:p>
        </p:txBody>
      </p:sp>
      <p:pic>
        <p:nvPicPr>
          <p:cNvPr id="4098" name="Picture 2" descr="Machine Learning Workflow Management">
            <a:extLst>
              <a:ext uri="{FF2B5EF4-FFF2-40B4-BE49-F238E27FC236}">
                <a16:creationId xmlns:a16="http://schemas.microsoft.com/office/drawing/2014/main" id="{B5D7A5F5-8208-C8D0-4313-4A9E0BF46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09" y="2186766"/>
            <a:ext cx="5527248" cy="271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0B3271-FB68-83F0-E3B3-EFEF76199F7E}"/>
              </a:ext>
            </a:extLst>
          </p:cNvPr>
          <p:cNvSpPr txBox="1"/>
          <p:nvPr/>
        </p:nvSpPr>
        <p:spPr>
          <a:xfrm>
            <a:off x="303246" y="4989159"/>
            <a:ext cx="62048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Source- Google.com</a:t>
            </a:r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2C9B-C4AF-D0DB-DE74-862D98120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7" y="1584103"/>
            <a:ext cx="5745422" cy="2026844"/>
          </a:xfr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machine learning model was successfully trained using the student performance dataset.</a:t>
            </a:r>
            <a:br>
              <a:rPr lang="en-US" sz="2400" dirty="0"/>
            </a:b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system generated accurate predictions based on student academic data.</a:t>
            </a:r>
            <a:br>
              <a:rPr lang="en-US" sz="2400" dirty="0"/>
            </a:b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results demonstrate how AI can be used to analyze and improve student performance.</a:t>
            </a:r>
          </a:p>
          <a:p>
            <a:pPr marL="0" indent="0">
              <a:buNone/>
            </a:pPr>
            <a:r>
              <a:rPr lang="en-US" sz="2400" dirty="0"/>
              <a:t>The project shows that machine learning can help students understand their academic progress and take steps for improvement.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7BC08-90CD-64E7-42BA-03120AF02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843" y="723062"/>
            <a:ext cx="5530001" cy="28767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CBE7FA-1AE4-10E3-97E9-83B04446B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57" y="3622600"/>
            <a:ext cx="5631788" cy="2953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CEC317-1A62-34DF-414F-888DB5D20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498" y="3694922"/>
            <a:ext cx="5740347" cy="287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298" y="1352939"/>
            <a:ext cx="9058693" cy="5103844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The project successfully demonstrates the use of Machine Learning in predicting student performance.</a:t>
            </a:r>
            <a:br>
              <a:rPr lang="en-US" sz="2400" dirty="0"/>
            </a:br>
            <a:r>
              <a:rPr lang="en-US" sz="2400" dirty="0"/>
              <a:t>It shows how AI can help students understand their academic progress and improve outcomes.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system is simple, effective, and useful for students.</a:t>
            </a:r>
            <a:br>
              <a:rPr lang="en-US" sz="2400" dirty="0"/>
            </a:br>
            <a:r>
              <a:rPr lang="en-US" sz="2400" dirty="0"/>
              <a:t>It can be implemented in educational platforms to provide data-driven insights and performance analysis.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Overall, this project highlights the importance of Artificial Intelligence and cloud technologies in modern education systems.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View the full source code here (GitHub): </a:t>
            </a:r>
            <a:r>
              <a:rPr lang="en-US" sz="2400" dirty="0">
                <a:hlinkClick r:id="rId2"/>
              </a:rPr>
              <a:t>Click Here</a:t>
            </a:r>
            <a:endParaRPr lang="en-US" sz="2400" dirty="0"/>
          </a:p>
        </p:txBody>
      </p:sp>
      <p:pic>
        <p:nvPicPr>
          <p:cNvPr id="5122" name="Picture 2" descr="Machine learning - Free education icons">
            <a:extLst>
              <a:ext uri="{FF2B5EF4-FFF2-40B4-BE49-F238E27FC236}">
                <a16:creationId xmlns:a16="http://schemas.microsoft.com/office/drawing/2014/main" id="{EC08AFEB-F7F0-9D8F-E37B-5435AC4B8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883" y="221747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11D2A4-9793-F25A-7189-4756A85FEE24}"/>
              </a:ext>
            </a:extLst>
          </p:cNvPr>
          <p:cNvSpPr txBox="1"/>
          <p:nvPr/>
        </p:nvSpPr>
        <p:spPr>
          <a:xfrm>
            <a:off x="9185989" y="4699909"/>
            <a:ext cx="15677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Source- Google.com</a:t>
            </a:r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6932" y="1686989"/>
            <a:ext cx="8014996" cy="42519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This project can be further improved by using larger datasets and advanced Machine Learning models.</a:t>
            </a:r>
            <a:br>
              <a:rPr lang="en-US" sz="2400" dirty="0"/>
            </a:br>
            <a:r>
              <a:rPr lang="en-US" sz="2400" dirty="0"/>
              <a:t>Real-time data integration can make predictions more accurate and useful.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system can also be developed into a web or mobile application for students and teachers.</a:t>
            </a:r>
            <a:br>
              <a:rPr lang="en-US" sz="2400" dirty="0"/>
            </a:br>
            <a:r>
              <a:rPr lang="en-US" sz="2400" dirty="0"/>
              <a:t>Integration with cloud platforms and dashboards can help in better visualization and performance tracking.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 the future, AI-based performance prediction can play a major role in smart education systems.</a:t>
            </a:r>
          </a:p>
        </p:txBody>
      </p:sp>
      <p:pic>
        <p:nvPicPr>
          <p:cNvPr id="6146" name="Picture 2" descr="AI in Education icon 29752586 Vector ...">
            <a:extLst>
              <a:ext uri="{FF2B5EF4-FFF2-40B4-BE49-F238E27FC236}">
                <a16:creationId xmlns:a16="http://schemas.microsoft.com/office/drawing/2014/main" id="{138DBCB3-280B-7134-19E7-EEB21CC62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34" y="2226809"/>
            <a:ext cx="2653101" cy="2653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DE2082-9EF5-B39B-C611-D34B5C3D132B}"/>
              </a:ext>
            </a:extLst>
          </p:cNvPr>
          <p:cNvSpPr txBox="1"/>
          <p:nvPr/>
        </p:nvSpPr>
        <p:spPr>
          <a:xfrm>
            <a:off x="312576" y="5063803"/>
            <a:ext cx="6204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Source- Google.com</a:t>
            </a:r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References: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C2BA5C-FC3B-A0E1-F72C-9496F8567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292" y="1745689"/>
            <a:ext cx="648244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Performance Dataset – Kaggle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Documentation –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https://docs.python.org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Library – Scikit-learn Documentation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 – Matplotlib Documentation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Platform – Google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678</Words>
  <Application>Microsoft Office PowerPoint</Application>
  <PresentationFormat>Widescreen</PresentationFormat>
  <Paragraphs>72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Pulkit Agrawal</cp:lastModifiedBy>
  <cp:revision>101</cp:revision>
  <dcterms:created xsi:type="dcterms:W3CDTF">2024-05-21T11:55:07Z</dcterms:created>
  <dcterms:modified xsi:type="dcterms:W3CDTF">2026-02-20T13:40:51Z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